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45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Presentamos la propuesta v1: qué problema resolvemos, para quién, cuál es el MVP y con qué stack lo construimos.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Hoy la información está repartida entre planillas, homebanking y chats. El club no sabe rápido quién debe la cuota y los cupos de actividades se manejan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roles con tres vistas. El admin general administra la plataforma, el admin de club gestiona su institución y el socio se autogestiona.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MVP cubre los tres roles con lo mínimo para que el flujo funcione completo. Lo que queda afuera está explícito y pasa al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Recortamos dos cosas que suman mucha complejidad y poco valor para la demo: subdominios y pagos online. Ambas están preparadas en el diseño para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Usamos Next.js como full-stack: la UI y el servidor viven en el mismo proyecto. Elegimos Postgres porque el dominio es relacional y necesitamos transacciones para no superar cupos. NextAuth guarda rol y club en el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Siete tablas. El aislamiento entre clubes se resuelve con clubId en cada tabla. Las restricciones únicas evitan pagar dos veces el mismo mes o inscribirse dos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Recorremos el flujo completo con los usuarios demo: admin general, admin del club y socio. La natación tiene cupo 2 para mostrar el bloqueo por cupo.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Próximos pasos: pagos online, subdominios, calendario y notificaciones. El código y la documentación están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589520" y="914400"/>
            <a:ext cx="5120640" cy="5120640"/>
          </a:xfrm>
          <a:prstGeom prst="ellipse">
            <a:avLst/>
          </a:prstGeom>
          <a:noFill/>
          <a:ln w="38100">
            <a:solidFill>
              <a:srgbClr val="2A5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10012680" y="3337560"/>
            <a:ext cx="274320" cy="274320"/>
          </a:xfrm>
          <a:prstGeom prst="ellipse">
            <a:avLst/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93B"/>
                </a:solidFill>
                <a:latin typeface="Arial"/>
              </a:rPr>
              <a:t>TP FINAL · IISAIA · FIUBA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Arial"/>
              </a:rPr>
              <a:t>Gestión de Socios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E7F3EC"/>
                </a:solidFill>
                <a:latin typeface="Calibri"/>
              </a:rPr>
              <a:t>App web multi-tenant para clubes deportivos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A93B"/>
                </a:solidFill>
                <a:latin typeface="Calibri"/>
              </a:rPr>
              <a:t>Propuesta v1 · MVP y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1" i="0">
                <a:solidFill>
                  <a:srgbClr val="0E3B2E"/>
                </a:solidFill>
                <a:latin typeface="Arial"/>
              </a:rPr>
              <a:t>Los clubes chicos y medianos gestionan socios, cuotas e inscripciones con planillas y WhatsApp.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7A4F"/>
                </a:solidFill>
                <a:latin typeface="Calibri"/>
              </a:rPr>
              <a:t>Objetivo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Un espacio por club para administrar padrón, cobros y actividades, y autogestión para cada socio.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6537960" y="193852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78308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Información dispersa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Padrón en planillas, pagos en el banco, inscripciones por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1752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6537960" y="340156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24612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¿Quién está al día?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No hay una vista simple de las cuotas pendientes del 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48056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486460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70916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Cupos sin control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Las actividades se sobrecargan o quedan lugares sin usar.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Tres tipos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Cada club tiene su propio espacio; los datos nunca se mezclan entre clubes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2A93B"/>
                </a:solidFill>
                <a:latin typeface="Arial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Admin general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Equipo de la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7A4F"/>
                </a:solidFill>
                <a:latin typeface="Courier New"/>
              </a:rPr>
              <a:t>/admin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Da de alta clubes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Asigna el administrador de cada club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1965960"/>
            <a:ext cx="685800" cy="6858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2A93B"/>
                </a:solidFill>
                <a:latin typeface="Arial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Admin de club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Secretaría / comisión directiva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03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7A4F"/>
                </a:solidFill>
                <a:latin typeface="Courier New"/>
              </a:rPr>
              <a:t>/c/mi-club/admin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605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Gestiona socios y tipos de socio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Registra cobros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Arma actividades con cupo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58200" y="1965960"/>
            <a:ext cx="685800" cy="6858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2A93B"/>
                </a:solidFill>
                <a:latin typeface="Arial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8346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Socio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Miembro del club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703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7A4F"/>
                </a:solidFill>
                <a:latin typeface="Courier New"/>
              </a:rPr>
              <a:t>/c/mi-club/socio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605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Consulta su cuota y pagos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Se inscribe a actividades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MVP v1: lo mínimo, de punta a punta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Un recorrido completo por cada rol antes de sumar funcionalidades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758952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29968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Admin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82880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Crear club (nombre + slug) y asignar su administrador por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758952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3401568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Admin de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20040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Tipos de socio y cuota · alta, edición y baja de socios · registro de pagos · actividades con cupo · resumen del 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758952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773168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57200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Login · estado de cuota e historial de pagos · inscribirse o cancelar actividades respetando el cupo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691640"/>
            <a:ext cx="3200400" cy="39319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1920240"/>
            <a:ext cx="2743200" cy="210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i="0" dirty="0">
                <a:solidFill>
                  <a:srgbClr val="F2A93B"/>
                </a:solidFill>
                <a:latin typeface="Arial"/>
              </a:rPr>
              <a:t>Fuera de v1</a:t>
            </a:r>
          </a:p>
          <a:p>
            <a:pPr marL="201168" indent="-201168" algn="l">
              <a:spcAft>
                <a:spcPts val="800"/>
              </a:spcAft>
              <a:buChar char="•"/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Pago </a:t>
            </a:r>
            <a:endParaRPr lang="es-UY" sz="1600" b="0" i="0" dirty="0">
              <a:solidFill>
                <a:srgbClr val="FFFFFF"/>
              </a:solidFill>
              <a:latin typeface="Calibri"/>
            </a:endParaRPr>
          </a:p>
          <a:p>
            <a:pPr marL="201168" indent="-201168" algn="l">
              <a:spcAft>
                <a:spcPts val="800"/>
              </a:spcAft>
              <a:buChar char="•"/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Subdominio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club</a:t>
            </a:r>
          </a:p>
          <a:p>
            <a:pPr marL="201168" indent="-201168" algn="l">
              <a:spcAft>
                <a:spcPts val="800"/>
              </a:spcAft>
              <a:buChar char="•"/>
            </a:pPr>
            <a:r>
              <a:rPr sz="1600" b="0" i="0" dirty="0">
                <a:solidFill>
                  <a:srgbClr val="FFFFFF"/>
                </a:solidFill>
                <a:latin typeface="Calibri"/>
              </a:rPr>
              <a:t>Calendario de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eventos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  <a:p>
            <a:pPr marL="201168" indent="-201168" algn="l">
              <a:spcAft>
                <a:spcPts val="800"/>
              </a:spcAft>
              <a:buChar char="•"/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Notificaciones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  <a:p>
            <a:pPr marL="201168" indent="-201168" algn="l">
              <a:spcAft>
                <a:spcPts val="800"/>
              </a:spcAft>
              <a:buChar char="•"/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Reportes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Dos recortes para llegar a una v1 funcional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Multi-tenant por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B6770"/>
                </a:solidFill>
                <a:latin typeface="Calibri"/>
              </a:rPr>
              <a:t>IDEA ORIGINAL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0604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club.gestiondesocios.com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3200400"/>
            <a:ext cx="0" cy="41148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6576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EN LA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gestiondesocios.com/c/club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Cobros manuales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B6770"/>
                </a:solidFill>
                <a:latin typeface="Calibri"/>
              </a:rPr>
              <a:t>IDEA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0604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s-UY" sz="1500" b="0" i="0" dirty="0">
                <a:solidFill>
                  <a:srgbClr val="5B6770"/>
                </a:solidFill>
                <a:latin typeface="Calibri"/>
              </a:rPr>
              <a:t>Simulamos pagos desde la página de usuario que se actualicen en la del club</a:t>
            </a:r>
            <a:endParaRPr sz="1500" b="0" i="0" dirty="0">
              <a:solidFill>
                <a:srgbClr val="5B6770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915400" y="3200400"/>
            <a:ext cx="0" cy="41148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0" y="36576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EN LA V1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931920"/>
            <a:ext cx="4663440" cy="54864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es-UY" sz="1500" b="1" dirty="0">
                <a:solidFill>
                  <a:srgbClr val="FFFFFF"/>
                </a:solidFill>
                <a:latin typeface="Calibri"/>
              </a:rPr>
              <a:t>El club registra pagos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Stack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Un solo proyecto Next.js: interfaz, servidor y API en un único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Navegador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0"/>
                </a:solidFill>
                <a:latin typeface="Calibri"/>
              </a:rPr>
              <a:t>React · Tailwind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6916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Next.js 15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E7F3EC"/>
                </a:solidFill>
                <a:latin typeface="Calibri"/>
              </a:rPr>
              <a:t>Server Components
Server Actions · API 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91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1828800"/>
            <a:ext cx="1737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Prisma ORM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0"/>
                </a:solidFill>
                <a:latin typeface="Calibri"/>
              </a:rPr>
              <a:t>Esquema tipado
Transacciones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6916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828800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PostgreSQL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770"/>
                </a:solidFill>
                <a:latin typeface="Calibri"/>
              </a:rPr>
              <a:t>Multi-tenant
por clubId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2377440"/>
            <a:ext cx="411480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09359" y="2377440"/>
            <a:ext cx="411481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2377440"/>
            <a:ext cx="411480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3108960"/>
            <a:ext cx="0" cy="36576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46120" y="352044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NextAuth · Google + JWT (rol y club)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INTERFAZ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Next.js · React
TypeScript · Tailwind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452628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93592" y="47091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SERVIDOR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Route Handlers y Server Actions (Node) · Zod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52628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47091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DATOS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PostgreSQL · Prisma
Neon en producción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452628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47091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INFRA Y CALIDAD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Docker · Codespaces
Vercel · 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Modelo de datos multi-tenant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7830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Club</a:t>
            </a:r>
          </a:p>
          <a:p>
            <a:pPr algn="l">
              <a:spcAft>
                <a:spcPts val="2400"/>
              </a:spcAft>
            </a:pPr>
            <a:r>
              <a:rPr sz="1200" b="0" i="0">
                <a:solidFill>
                  <a:srgbClr val="E7F3EC"/>
                </a:solidFill>
                <a:latin typeface="Courier New"/>
              </a:rPr>
              <a:t>id · nombre · slug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A93B"/>
                </a:solidFill>
                <a:latin typeface="Calibri"/>
              </a:rPr>
              <a:t>Todas las tablas llevan clubId y toda consulta filtra por él.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150876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Usuario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email (único)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rol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clubId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Socio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nroSocio · dni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nombre · apellido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tipoSocioId · activo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371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50876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TipoSocio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nombre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cuotaMensual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29184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429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Pago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periodo YYYY-MM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monto · medio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único(socio, periodo)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29184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429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Inscripcion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actividadId · socioId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único(actividad, socio)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29184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342900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Actividad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diaSemana · hora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3"/>
                </a:solidFill>
                <a:latin typeface="Courier New"/>
              </a:rPr>
              <a:t>cupo · activa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1965960"/>
            <a:ext cx="274320" cy="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86800" y="1965960"/>
            <a:ext cx="365760" cy="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120640" y="2560320"/>
            <a:ext cx="1188720" cy="7315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2560320"/>
            <a:ext cx="0" cy="7315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686800" y="3886200"/>
            <a:ext cx="365760" cy="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0" y="48463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1E7A4F"/>
                </a:solidFill>
                <a:latin typeface="Calibri"/>
              </a:rPr>
              <a:t>Al día = existe un Pago del período actual (se calcula, no se guarda).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Demo v1 y verificación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El admin general crea un club y asigna su administrador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194560"/>
            <a:ext cx="0" cy="36576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" y="2606039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39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El admin del club carga tipo de socio, socio y pago del mes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3291839"/>
            <a:ext cx="0" cy="36576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0332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El tablero muestra socios al día, pendientes y recaudación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389120"/>
            <a:ext cx="0" cy="365759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80060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El socio ingresa, ve su cuota y se inscribe hasta agotar el cupo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08760"/>
            <a:ext cx="4343400" cy="37947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783080"/>
            <a:ext cx="374903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Calidad</a:t>
            </a:r>
          </a:p>
          <a:p>
            <a:pPr marL="201168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Tests unitarios (Vitest): validación, permisos multi-tenant y cálculo de cuota</a:t>
            </a:r>
          </a:p>
          <a:p>
            <a:pPr marL="201168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CI en GitHub Actions: typecheck, tests y build contra Postgres</a:t>
            </a:r>
          </a:p>
          <a:p>
            <a:pPr marL="201168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Entorno reproducible con Docker Compose y Codespaces</a:t>
            </a:r>
          </a:p>
          <a:p>
            <a:pPr marL="201168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Datos demo con seed para la presentación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Roadmap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7F3EC"/>
                </a:solidFill>
                <a:latin typeface="Calibri"/>
              </a:rPr>
              <a:t>Lo que dejamos preparado en el diseño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103120" cy="1102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 dirty="0">
                <a:solidFill>
                  <a:srgbClr val="FFFFFF"/>
                </a:solidFill>
                <a:latin typeface="Arial"/>
              </a:rPr>
              <a:t>Pag</a:t>
            </a:r>
            <a:r>
              <a:rPr lang="es-UY" sz="2000" b="1" i="0" dirty="0">
                <a:solidFill>
                  <a:srgbClr val="FFFFFF"/>
                </a:solidFill>
                <a:latin typeface="Arial"/>
              </a:rPr>
              <a:t>os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lang="es-UY" sz="1500" b="0" i="0" dirty="0">
                <a:solidFill>
                  <a:srgbClr val="E7F3EC"/>
                </a:solidFill>
                <a:latin typeface="Calibri"/>
              </a:rPr>
              <a:t>Desde gestión del usuario a reflejarse en gestión del club.</a:t>
            </a:r>
            <a:endParaRPr sz="1500" b="0" i="0" dirty="0">
              <a:solidFill>
                <a:srgbClr val="E7F3EC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64992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3639312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971800"/>
            <a:ext cx="2103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Subdominios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club.gestiondesocios.com sobre el mismo modelo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55664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971800"/>
            <a:ext cx="2103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Calendario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Eventos puntuales y reserva de turnos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72016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2971800"/>
            <a:ext cx="2103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Avisos y reportes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Vencimientos, morosidad y asistencia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Courier New"/>
              </a:rPr>
              <a:t>github.com/ivollonoc/IISAIA-TF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933</Words>
  <Application>Microsoft Office PowerPoint</Application>
  <PresentationFormat>Panorámica</PresentationFormat>
  <Paragraphs>146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Ignacio Vollono Cadenazzi</cp:lastModifiedBy>
  <cp:revision>2</cp:revision>
  <dcterms:created xsi:type="dcterms:W3CDTF">2013-01-27T09:14:16Z</dcterms:created>
  <dcterms:modified xsi:type="dcterms:W3CDTF">2026-10-02T17:35:46Z</dcterms:modified>
  <cp:category/>
</cp:coreProperties>
</file>